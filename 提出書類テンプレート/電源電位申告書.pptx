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38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A7C97C-1E49-7618-E1A1-F85FCDFE4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17B68D8-242F-8050-8584-C0AB575952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860343-1CD6-874C-BC10-84365E092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C4B1B-57DC-45D2-AC2E-9D8C484B1292}" type="datetimeFigureOut">
              <a:rPr kumimoji="1" lang="ja-JP" altLang="en-US" smtClean="0"/>
              <a:t>2026/6/20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6A56E1F-F551-CB9E-09B2-DB052263C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907E16-D941-70A9-EE8A-16CE4FD69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D9A98-E99F-42F9-A450-9FE9C590DB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5821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E4352A-CD74-2B81-0919-659D58487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1D08A20-3D28-6B52-3A4C-AC518FB98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DBCD817-D99F-84BF-9DF4-E5C07D6C0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C4B1B-57DC-45D2-AC2E-9D8C484B1292}" type="datetimeFigureOut">
              <a:rPr kumimoji="1" lang="ja-JP" altLang="en-US" smtClean="0"/>
              <a:t>2026/6/20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660FFF-25D0-4363-87C3-78CE2A714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E33DAF-BB71-8FE9-4D77-6967FDEBE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D9A98-E99F-42F9-A450-9FE9C590DB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4249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76F5ED-5A8A-877B-4103-7513ED9D9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031B492-B998-C692-F9E5-484CC861E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877F9F-B8DC-DADD-43D6-6F8405DD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C4B1B-57DC-45D2-AC2E-9D8C484B1292}" type="datetimeFigureOut">
              <a:rPr kumimoji="1" lang="ja-JP" altLang="en-US" smtClean="0"/>
              <a:t>2026/6/20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8A77C91-DE7E-D1A5-671C-8C264BC99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16BA19-69FA-9985-1E85-ADC85B103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D9A98-E99F-42F9-A450-9FE9C590DB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9337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877E78-A81B-FDC3-6263-57EFF6365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2EC11C7-B0D0-9F87-E1FA-E3CEF4484D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54C5164-9D70-2647-725A-D94BC59A5E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DC008B6-17A4-248C-A730-DB26F27C7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C4B1B-57DC-45D2-AC2E-9D8C484B1292}" type="datetimeFigureOut">
              <a:rPr kumimoji="1" lang="ja-JP" altLang="en-US" smtClean="0"/>
              <a:t>2026/6/20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25D94A8-B541-75AA-DCFB-302B1FEE4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A979D05-FE82-5C9F-04DF-E100A96D8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D9A98-E99F-42F9-A450-9FE9C590DB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6856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72AF3F-D2AB-698E-7BEF-EE58790EE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FB5FF45-B3FF-6884-9473-C0ACB075D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932A2D2-B71C-8BB5-82D8-20D1FCF79E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E9E4608-6D68-5D84-BCC1-07B781CE5F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F4B8AF5-CA59-8CAB-C30A-37CA9E59EA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B263A18-1F88-80B5-15A9-C86482027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C4B1B-57DC-45D2-AC2E-9D8C484B1292}" type="datetimeFigureOut">
              <a:rPr kumimoji="1" lang="ja-JP" altLang="en-US" smtClean="0"/>
              <a:t>2026/6/20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AC875AE-35A9-12E4-0A4D-FE8DD9A0E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579EF2A-F82E-53AA-9EC9-7F6A6BBEB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D9A98-E99F-42F9-A450-9FE9C590DB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2639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2BD1E6-DD0D-474F-8562-384991785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B5AE5ED-4667-B8F3-A8F0-CC0B0A40E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C4B1B-57DC-45D2-AC2E-9D8C484B1292}" type="datetimeFigureOut">
              <a:rPr kumimoji="1" lang="ja-JP" altLang="en-US" smtClean="0"/>
              <a:t>2026/6/20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84AD2C0-6C3C-6EB8-8265-761C3D2CB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1F065A3-E151-4EBE-81E1-5913828FB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D9A98-E99F-42F9-A450-9FE9C590DB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1314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8C937D4-1505-AA33-53E3-EFD51752A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C4B1B-57DC-45D2-AC2E-9D8C484B1292}" type="datetimeFigureOut">
              <a:rPr kumimoji="1" lang="ja-JP" altLang="en-US" smtClean="0"/>
              <a:t>2026/6/20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1530552-9862-C8B5-3C89-CD086F7E6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82E3E05-E3B9-52AA-499E-72AB1E170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D9A98-E99F-42F9-A450-9FE9C590DB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3557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6FFD8E-B43A-2977-45B7-3F4CC9880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60944C5-53D2-0193-E4A6-0C217F050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C0B104F-9918-8D1F-B277-310EA2D974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336E3F2-14D1-72C5-EC6B-785760460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C4B1B-57DC-45D2-AC2E-9D8C484B1292}" type="datetimeFigureOut">
              <a:rPr kumimoji="1" lang="ja-JP" altLang="en-US" smtClean="0"/>
              <a:t>2026/6/20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26B687B-FE38-02F1-49C7-6C977C861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52A8B96-CA0F-5AAE-C85F-AF72F6DDD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D9A98-E99F-42F9-A450-9FE9C590DB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8408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8DC617-C874-9D9D-6596-2EA66FDAF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ED9135E-E9FF-8D6E-AA34-05E973E54A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64AB1E8-42D7-64DA-B7BC-4CB922390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B84BCE3-4046-A6AA-0D42-BEA6F6139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C4B1B-57DC-45D2-AC2E-9D8C484B1292}" type="datetimeFigureOut">
              <a:rPr kumimoji="1" lang="ja-JP" altLang="en-US" smtClean="0"/>
              <a:t>2026/6/20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1B4DDA9-18E2-990D-2381-13A349D8D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8A3AA25-007E-9992-67E3-14F6553E5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D9A98-E99F-42F9-A450-9FE9C590DB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6906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55FD7D-D4A5-228A-8258-1EEA51AF3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8EE5090-9ACA-E5FC-02DB-C16F6841DD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F6FFE7-0D20-3004-2ACF-3F577349C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C4B1B-57DC-45D2-AC2E-9D8C484B1292}" type="datetimeFigureOut">
              <a:rPr kumimoji="1" lang="ja-JP" altLang="en-US" smtClean="0"/>
              <a:t>2026/6/20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81EA20-51A6-2550-1262-360BB9C34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952F00-2A62-25B5-1438-8936B2903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D9A98-E99F-42F9-A450-9FE9C590DB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9024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5384BB7-2211-A427-AA79-7AD00AD8A0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04CAB93-7D1A-677D-9D45-9AAAA55BB6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BF86E2E-2175-6D96-50EA-BFF264E7B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C4B1B-57DC-45D2-AC2E-9D8C484B1292}" type="datetimeFigureOut">
              <a:rPr kumimoji="1" lang="ja-JP" altLang="en-US" smtClean="0"/>
              <a:t>2026/6/20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ABB5E5-0650-F6C0-7FC7-6C0463BEE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1C34D6-3DAB-C064-9ADF-E26E100E0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D9A98-E99F-42F9-A450-9FE9C590DB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1404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7FF1DFE-01DA-0091-7F28-B95A7AA02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159076A-CD6E-8D42-5C16-1F0FA0133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754B0A0-4F63-9B39-D85D-B97A61718D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7C4B1B-57DC-45D2-AC2E-9D8C484B1292}" type="datetimeFigureOut">
              <a:rPr kumimoji="1" lang="ja-JP" altLang="en-US" smtClean="0"/>
              <a:t>2026/6/20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50ED03-273E-0580-83E9-90FB057190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7E6425E-85EA-36E3-42D2-6259902BE2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7D9A98-E99F-42F9-A450-9FE9C590DB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7547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62F6DBD-C1DD-972F-B155-EB68BDE96E0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920" y="256053"/>
            <a:ext cx="658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ミニロボ</a:t>
            </a:r>
            <a:r>
              <a:rPr kumimoji="1" lang="en-US" altLang="ja-JP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2026 </a:t>
            </a:r>
            <a:r>
              <a:rPr kumimoji="1" lang="ja-JP" altLang="en-US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電源ー回路ブロック図・無線申告書</a:t>
            </a:r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14842CB1-D538-328E-F0CB-0579EC682EE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15696" y="938784"/>
            <a:ext cx="10698480" cy="4413504"/>
            <a:chOff x="701040" y="829056"/>
            <a:chExt cx="10789920" cy="4712208"/>
          </a:xfrm>
        </p:grpSpPr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0DE53286-AB2C-3F4D-C650-D761E3F90C38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139696" y="829056"/>
              <a:ext cx="0" cy="4706112"/>
            </a:xfrm>
            <a:prstGeom prst="line">
              <a:avLst/>
            </a:prstGeom>
            <a:ln w="1905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FA221588-0993-6282-B67C-AD53EE23FDE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035808" y="829056"/>
              <a:ext cx="0" cy="4706112"/>
            </a:xfrm>
            <a:prstGeom prst="line">
              <a:avLst/>
            </a:prstGeom>
            <a:ln w="1905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9E4BE066-B132-EDEC-8A1A-051F7292072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913632" y="835152"/>
              <a:ext cx="0" cy="4706112"/>
            </a:xfrm>
            <a:prstGeom prst="line">
              <a:avLst/>
            </a:prstGeom>
            <a:ln w="1905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9F6F6346-E94E-CA5A-0499-2FAA4C30B46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809744" y="835152"/>
              <a:ext cx="0" cy="4706112"/>
            </a:xfrm>
            <a:prstGeom prst="line">
              <a:avLst/>
            </a:prstGeom>
            <a:ln w="1905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AA0CC9CC-E9EF-0FAC-ACB9-543D5AB55780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718048" y="829056"/>
              <a:ext cx="0" cy="4706112"/>
            </a:xfrm>
            <a:prstGeom prst="line">
              <a:avLst/>
            </a:prstGeom>
            <a:ln w="1905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800AD469-ED7D-5E88-2C1F-D0BF47C3C13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6614160" y="829056"/>
              <a:ext cx="0" cy="4706112"/>
            </a:xfrm>
            <a:prstGeom prst="line">
              <a:avLst/>
            </a:prstGeom>
            <a:ln w="1905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08C40C32-3178-C0CF-7C52-6EEE08911BD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522464" y="829056"/>
              <a:ext cx="0" cy="4706112"/>
            </a:xfrm>
            <a:prstGeom prst="line">
              <a:avLst/>
            </a:prstGeom>
            <a:ln w="1905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コネクタ 21">
              <a:extLst>
                <a:ext uri="{FF2B5EF4-FFF2-40B4-BE49-F238E27FC236}">
                  <a16:creationId xmlns:a16="http://schemas.microsoft.com/office/drawing/2014/main" id="{6033B238-22A0-91D1-1282-8426FA75B45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8418576" y="829056"/>
              <a:ext cx="0" cy="4706112"/>
            </a:xfrm>
            <a:prstGeom prst="line">
              <a:avLst/>
            </a:prstGeom>
            <a:ln w="1905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コネクタ 22">
              <a:extLst>
                <a:ext uri="{FF2B5EF4-FFF2-40B4-BE49-F238E27FC236}">
                  <a16:creationId xmlns:a16="http://schemas.microsoft.com/office/drawing/2014/main" id="{2E0A44B5-1054-EFA4-9508-222C502431C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351264" y="829056"/>
              <a:ext cx="0" cy="4706112"/>
            </a:xfrm>
            <a:prstGeom prst="line">
              <a:avLst/>
            </a:prstGeom>
            <a:ln w="1905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7860744E-48C5-F4A7-A924-174BB48DE5E8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0247376" y="829056"/>
              <a:ext cx="0" cy="4706112"/>
            </a:xfrm>
            <a:prstGeom prst="line">
              <a:avLst/>
            </a:prstGeom>
            <a:ln w="19050">
              <a:solidFill>
                <a:schemeClr val="bg2">
                  <a:lumMod val="7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A04C3DE0-A4CC-57D5-C031-3408B2D2C7D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01040" y="829056"/>
              <a:ext cx="10789920" cy="4706112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9D851387-0AA7-E4F9-405C-42648186C060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426464" y="4791456"/>
              <a:ext cx="943660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コネクタ 7">
              <a:extLst>
                <a:ext uri="{FF2B5EF4-FFF2-40B4-BE49-F238E27FC236}">
                  <a16:creationId xmlns:a16="http://schemas.microsoft.com/office/drawing/2014/main" id="{A0C4986B-DB7F-75C0-147E-6B04D361C61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426464" y="3182112"/>
              <a:ext cx="943660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9C206850-C24D-58EA-FF82-776400DDE918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426464" y="1572768"/>
              <a:ext cx="943660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CAA11552-635B-D6F3-FA41-D4C1597FC24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426464" y="3980688"/>
              <a:ext cx="9436608" cy="0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8F177468-6863-B9E8-374E-3E54A625D04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426464" y="2353056"/>
              <a:ext cx="9436608" cy="0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222E2F06-1851-EAAF-3510-423B01E36A0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96112" y="1377696"/>
              <a:ext cx="5303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20</a:t>
              </a:r>
              <a:endParaRPr kumimoji="1" lang="ja-JP" altLang="en-US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AB4A043F-604C-CF71-3AA4-45EBCE52D59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99168" y="2997446"/>
              <a:ext cx="5303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1</a:t>
              </a:r>
              <a:r>
                <a:rPr kumimoji="1" lang="en-US" altLang="ja-JP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0</a:t>
              </a:r>
              <a:endParaRPr kumimoji="1" lang="ja-JP" altLang="en-US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16697E07-6F5B-C508-1B74-6F04661711D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99168" y="2168390"/>
              <a:ext cx="5303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15</a:t>
              </a:r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B50882D4-3FB8-E3CC-C0E1-D057EEEBC9B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87555" y="3808214"/>
              <a:ext cx="5303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5</a:t>
              </a:r>
              <a:endParaRPr kumimoji="1" lang="ja-JP" altLang="en-US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27E68190-F959-EC50-2013-5ACAAFF3F02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87555" y="4618982"/>
              <a:ext cx="5303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0</a:t>
              </a:r>
            </a:p>
          </p:txBody>
        </p:sp>
      </p:grp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FB494F5E-AE84-F5E5-27A0-6717BCEEFBD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900773" y="281955"/>
            <a:ext cx="658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u="sng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チーム名</a:t>
            </a:r>
            <a:r>
              <a:rPr lang="en-US" altLang="ja-JP" b="1" u="sng" dirty="0">
                <a:latin typeface="Noto Sans JP" panose="020B0200000000000000" pitchFamily="50" charset="-128"/>
                <a:ea typeface="Noto Sans JP" panose="020B0200000000000000" pitchFamily="50" charset="-128"/>
              </a:rPr>
              <a:t>						</a:t>
            </a:r>
            <a:endParaRPr kumimoji="1" lang="ja-JP" altLang="en-US" b="1" u="sng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4A465355-AAEA-A654-CF4D-722548489AB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09115" y="5475311"/>
            <a:ext cx="1487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通信申告書</a:t>
            </a:r>
          </a:p>
        </p:txBody>
      </p:sp>
      <p:graphicFrame>
        <p:nvGraphicFramePr>
          <p:cNvPr id="39" name="表 38">
            <a:extLst>
              <a:ext uri="{FF2B5EF4-FFF2-40B4-BE49-F238E27FC236}">
                <a16:creationId xmlns:a16="http://schemas.microsoft.com/office/drawing/2014/main" id="{51F07908-E809-E0A4-EEAD-7A0CEBADDE9B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2937817244"/>
              </p:ext>
            </p:extLst>
          </p:nvPr>
        </p:nvGraphicFramePr>
        <p:xfrm>
          <a:off x="2210042" y="5508119"/>
          <a:ext cx="8127999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6587">
                  <a:extLst>
                    <a:ext uri="{9D8B030D-6E8A-4147-A177-3AD203B41FA5}">
                      <a16:colId xmlns:a16="http://schemas.microsoft.com/office/drawing/2014/main" val="969660413"/>
                    </a:ext>
                  </a:extLst>
                </a:gridCol>
                <a:gridCol w="3090706">
                  <a:extLst>
                    <a:ext uri="{9D8B030D-6E8A-4147-A177-3AD203B41FA5}">
                      <a16:colId xmlns:a16="http://schemas.microsoft.com/office/drawing/2014/main" val="662811722"/>
                    </a:ext>
                  </a:extLst>
                </a:gridCol>
                <a:gridCol w="3090706">
                  <a:extLst>
                    <a:ext uri="{9D8B030D-6E8A-4147-A177-3AD203B41FA5}">
                      <a16:colId xmlns:a16="http://schemas.microsoft.com/office/drawing/2014/main" val="3539426283"/>
                    </a:ext>
                  </a:extLst>
                </a:gridCol>
              </a:tblGrid>
              <a:tr h="173103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solidFill>
                            <a:schemeClr val="bg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メイン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solidFill>
                            <a:schemeClr val="bg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サブ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127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solidFill>
                            <a:schemeClr val="tx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通信機器の種類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942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solidFill>
                            <a:schemeClr val="tx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無線の技適番号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333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2698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33</Words>
  <Application>Microsoft Office PowerPoint</Application>
  <PresentationFormat>ワイド画面</PresentationFormat>
  <Paragraphs>12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Noto Sans JP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加藤 悠吾（豊田高専）</dc:creator>
  <cp:lastModifiedBy>加藤 悠吾（豊田高専）</cp:lastModifiedBy>
  <cp:revision>2</cp:revision>
  <dcterms:created xsi:type="dcterms:W3CDTF">2026-06-20T02:41:35Z</dcterms:created>
  <dcterms:modified xsi:type="dcterms:W3CDTF">2026-06-20T02:43:49Z</dcterms:modified>
</cp:coreProperties>
</file>